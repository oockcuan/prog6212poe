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408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594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259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927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261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238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098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028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598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280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424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5720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6721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1833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2774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990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52395-88C9-4E15-A7F6-75BC390445B7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4A0C1128-A95E-467E-A2A3-0F05656B90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668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ockCuan/PROG6212POE.git" TargetMode="External"/><Relationship Id="rId2" Type="http://schemas.openxmlformats.org/officeDocument/2006/relationships/hyperlink" Target="https://youtu.be/ptZxu7fDj5w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A9FE-A68E-1E46-CB0C-78E261627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PROG6212 POE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A5E5F-0751-7744-5680-44DB1CD4EE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ST10439216</a:t>
            </a:r>
          </a:p>
          <a:p>
            <a:r>
              <a:rPr lang="en-US" dirty="0"/>
              <a:t>CUAN OOCK</a:t>
            </a:r>
          </a:p>
          <a:p>
            <a:r>
              <a:rPr lang="en-US" dirty="0"/>
              <a:t>POWER POINT PRESENTATION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08363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07CC-95BA-76F2-3850-8E46DEE9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POE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78250-DD57-E983-6F9A-4A624D4AF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this POE, the task was to create a claim system. This system is intended for academic managers and programme coordinators to approve overtime pay for lecturers.</a:t>
            </a:r>
          </a:p>
          <a:p>
            <a:r>
              <a:rPr lang="en-US" dirty="0"/>
              <a:t>The project uses Microsoft Identity, Entity framework core, and </a:t>
            </a:r>
            <a:r>
              <a:rPr lang="en-US" dirty="0" err="1"/>
              <a:t>.net</a:t>
            </a:r>
            <a:r>
              <a:rPr lang="en-US" dirty="0"/>
              <a:t> infrastructure to do this</a:t>
            </a:r>
          </a:p>
          <a:p>
            <a:r>
              <a:rPr lang="en-US" dirty="0"/>
              <a:t>Identity is used in this application to assign roles to all parties involved</a:t>
            </a:r>
          </a:p>
          <a:p>
            <a:r>
              <a:rPr lang="en-US" dirty="0"/>
              <a:t>This includes an HR role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3324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5D76-D46B-010D-1324-013AB3C9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Newly added HR role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CC7F-165D-E1F4-D476-EEAB5093B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HR role can add users through identity, as well as assign them roles to those new users</a:t>
            </a:r>
          </a:p>
          <a:p>
            <a:r>
              <a:rPr lang="en-US" dirty="0"/>
              <a:t>HR can also export all claim Data into a csv file</a:t>
            </a:r>
          </a:p>
          <a:p>
            <a:r>
              <a:rPr lang="en-ZA" dirty="0"/>
              <a:t>The role of the programme coordinator is to reject or forward claims from lecturers to the academic manager.</a:t>
            </a:r>
          </a:p>
          <a:p>
            <a:r>
              <a:rPr lang="en-ZA" dirty="0"/>
              <a:t>The academic manager then finally approves or rejects the claim</a:t>
            </a:r>
          </a:p>
        </p:txBody>
      </p:sp>
    </p:spTree>
    <p:extLst>
      <p:ext uri="{BB962C8B-B14F-4D97-AF65-F5344CB8AC3E}">
        <p14:creationId xmlns:p14="http://schemas.microsoft.com/office/powerpoint/2010/main" val="46326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A43C-8429-E36A-CF62-303D47F3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Flow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C8219-9D78-2694-B594-E25640F5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the presentation explains the flow, here is a demonstrational video of the application, as well as the applications </a:t>
            </a:r>
            <a:r>
              <a:rPr lang="en-US" dirty="0" err="1"/>
              <a:t>github</a:t>
            </a:r>
            <a:r>
              <a:rPr lang="en-US" dirty="0"/>
              <a:t> (Also included in the word doc and readme file).</a:t>
            </a:r>
          </a:p>
          <a:p>
            <a:endParaRPr lang="en-US" dirty="0"/>
          </a:p>
          <a:p>
            <a:r>
              <a:rPr lang="en-ZA" dirty="0" err="1"/>
              <a:t>Youtube</a:t>
            </a:r>
            <a:r>
              <a:rPr lang="en-ZA" dirty="0"/>
              <a:t>: </a:t>
            </a:r>
            <a:r>
              <a:rPr lang="en-GB" u="sng" dirty="0">
                <a:hlinkClick r:id="rId2"/>
              </a:rPr>
              <a:t>https://youtu.be/ptZxu7fDj5w</a:t>
            </a:r>
            <a:r>
              <a:rPr lang="en-GB" dirty="0"/>
              <a:t> </a:t>
            </a:r>
          </a:p>
          <a:p>
            <a:r>
              <a:rPr lang="en-GB" dirty="0"/>
              <a:t>Git: </a:t>
            </a:r>
            <a:r>
              <a:rPr lang="en-GB" u="sng" dirty="0">
                <a:hlinkClick r:id="rId3"/>
              </a:rPr>
              <a:t>https://github.com/OockCuan/PROG6212POE.git</a:t>
            </a:r>
            <a:r>
              <a:rPr lang="en-GB" dirty="0"/>
              <a:t> 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855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62E3-C4B5-993B-944A-9CA5FD92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Flow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6C585-36CB-DD6D-75FC-253B48FB80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Here is the application home page</a:t>
            </a:r>
          </a:p>
          <a:p>
            <a:r>
              <a:rPr lang="en-US" dirty="0"/>
              <a:t>As my lecturer feedback suggested I use bootstrap, I added more bootstrap to the code as well as a very small amount of </a:t>
            </a:r>
            <a:r>
              <a:rPr lang="en-US" dirty="0" err="1"/>
              <a:t>css</a:t>
            </a:r>
            <a:r>
              <a:rPr lang="en-US" dirty="0"/>
              <a:t> to make the home page elegant with a background image</a:t>
            </a:r>
          </a:p>
          <a:p>
            <a:r>
              <a:rPr lang="en-ZA" dirty="0"/>
              <a:t>The image shows all roles in the order the claims flow</a:t>
            </a:r>
          </a:p>
          <a:p>
            <a:r>
              <a:rPr lang="en-ZA" dirty="0"/>
              <a:t>Lecturer&gt;Coordinator&gt;Academic Manager&gt;HR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8EADC4-57DB-A891-7CF9-2274503B74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54995" y="2334343"/>
            <a:ext cx="5262125" cy="298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BFD0-5916-5647-F186-A6391191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Lecturer and Login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2719C-A9BF-F261-050D-89613CB7FE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After a user logs in, they get access to the relevant workflow that they must complete</a:t>
            </a:r>
          </a:p>
          <a:p>
            <a:r>
              <a:rPr lang="en-US" dirty="0"/>
              <a:t>For a lecturer they can view their own claims, or create new ones</a:t>
            </a:r>
          </a:p>
          <a:p>
            <a:r>
              <a:rPr lang="en-US" dirty="0"/>
              <a:t>Lecturers overtime rates are automatically set as they are stored in the database</a:t>
            </a:r>
            <a:endParaRPr lang="en-Z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1447E8-CA1C-04B7-EE40-4E615B0C6D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75668" y="2086723"/>
            <a:ext cx="2510810" cy="17921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C7F2AB-B0F5-93B8-82A9-7F147806A3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19" r="41737" b="57869"/>
          <a:stretch>
            <a:fillRect/>
          </a:stretch>
        </p:blipFill>
        <p:spPr>
          <a:xfrm>
            <a:off x="7791727" y="1930400"/>
            <a:ext cx="3722939" cy="18809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0F5946-2D9D-2989-F901-D28EDB406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307" y="4448715"/>
            <a:ext cx="7528693" cy="136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8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08A8-969A-2463-0694-1FABB8AA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Coordinator And Manager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0223A-BDF1-7B00-C967-483459194A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Programme coordinators review claims that have already been through the validation that comes with the lecturer claim form. They will then either reject it or forward to the academic manager</a:t>
            </a:r>
          </a:p>
          <a:p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A55BF-A8D1-C96A-F828-DBA8974BC2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academic manager can then approve or reject the claim as well</a:t>
            </a:r>
          </a:p>
          <a:p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F5B953-866E-E9F1-AD0C-4CC79E55B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05" y="4320717"/>
            <a:ext cx="4761363" cy="1195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4CA7F-B0A8-AC32-81DC-E2CC8A4F3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697" y="4320717"/>
            <a:ext cx="5119734" cy="92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47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BBD0-ED51-04D3-F5C4-B3D867A4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5CB4E-2BBD-D3E5-C077-51433DF702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Lastly, HR can view all approved claims, export them to a csv and create employee profiles</a:t>
            </a:r>
          </a:p>
          <a:p>
            <a:r>
              <a:rPr lang="en-US" dirty="0"/>
              <a:t>(all profiles and profile creation shown in next slide)</a:t>
            </a:r>
            <a:endParaRPr lang="en-Z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2D431BA-6558-36B6-39AE-A7DF6C6910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354" y="4100975"/>
            <a:ext cx="8490098" cy="177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7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BD5C3-3D5D-106F-3D60-709132B01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19" y="347619"/>
            <a:ext cx="9392961" cy="2819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7DC122-61D9-692A-30DC-C69341807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109" y="3340509"/>
            <a:ext cx="8075780" cy="281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1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FC9B-8BD9-4521-D5F4-E938AEA3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choices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4FF2B-16BD-8408-4495-14641FA9A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part 2 to the final POE I've made a few design tweaks</a:t>
            </a:r>
          </a:p>
          <a:p>
            <a:r>
              <a:rPr lang="en-US" dirty="0"/>
              <a:t>Firstly, the home page is more welcoming with the welcome in the center and a background images of flowers is used</a:t>
            </a:r>
          </a:p>
          <a:p>
            <a:r>
              <a:rPr lang="en-US" dirty="0"/>
              <a:t>The theme for it was changed from using many bright </a:t>
            </a:r>
            <a:r>
              <a:rPr lang="en-US" dirty="0" err="1"/>
              <a:t>colours</a:t>
            </a:r>
            <a:r>
              <a:rPr lang="en-US" dirty="0"/>
              <a:t> to a simple black, grey, white and occasionally other </a:t>
            </a:r>
            <a:r>
              <a:rPr lang="en-US" dirty="0" err="1"/>
              <a:t>colours</a:t>
            </a:r>
            <a:r>
              <a:rPr lang="en-US" dirty="0"/>
              <a:t> to signify importance of certain prompts (such as the status of the claims)</a:t>
            </a:r>
          </a:p>
          <a:p>
            <a:r>
              <a:rPr lang="en-US" dirty="0"/>
              <a:t>Lastly button placements are slightly different to put them in a slightly more clear position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46091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CF2C-78FD-B840-0CAA-743F8B64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818C5-7152-5436-B2D7-EC8DD1F4B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fontAlgn="base"/>
            <a:r>
              <a:rPr lang="en-GB" dirty="0"/>
              <a:t>Dave, </a:t>
            </a:r>
            <a:r>
              <a:rPr lang="en-GB" dirty="0" err="1"/>
              <a:t>StackOverflow</a:t>
            </a:r>
            <a:r>
              <a:rPr lang="en-GB" dirty="0"/>
              <a:t> (2016). Asp.net core Identity "The INSERT statement conflicted with the FOREIGN KEY constraint ". [online] Stack Overflow. Available at: https://stackoverflow.com/questions/41280345/asp-net-core-identity-the-insert-statement-conflicted-with-the-foreign-key-cons [Accessed 21 Nov. 2025]. </a:t>
            </a:r>
          </a:p>
          <a:p>
            <a:pPr fontAlgn="base"/>
            <a:r>
              <a:rPr lang="en-GB" dirty="0"/>
              <a:t>‌ Wilander, J. (2025). Cityscape at dusk with illuminated buildings and sunset sky. [online] Unsplash.com. Available at: https://unsplash.com/photos/cityscape-at-dusk-with-illuminated-buildings-and-sunset-sky-r_tZ7moJluA [Accessed 21 Nov. 2025]. </a:t>
            </a:r>
          </a:p>
          <a:p>
            <a:pPr fontAlgn="base"/>
            <a:r>
              <a:rPr lang="en-GB" dirty="0"/>
              <a:t>‌ S, L. (2025). Blurred black and white flowers against bright sky. [online] Unsplash.com. Available at: https://unsplash.com/photos/blurred-black-and-white-flowers-against-bright-sky-0H8WkXxNun0 [Accessed 21 Nov. 2025]. </a:t>
            </a:r>
          </a:p>
          <a:p>
            <a:pPr fontAlgn="base"/>
            <a:r>
              <a:rPr lang="en-GB" dirty="0"/>
              <a:t>‌ freeCodeCamp.org (2025). Stop a Page from Scrolling. [online] The </a:t>
            </a:r>
            <a:r>
              <a:rPr lang="en-GB" dirty="0" err="1"/>
              <a:t>freeCodeCamp</a:t>
            </a:r>
            <a:r>
              <a:rPr lang="en-GB" dirty="0"/>
              <a:t> Forum. Available at: https://forum.freecodecamp.org/t/stop-a-page-from-scrolling/745917 [Accessed 21 Nov. 2025]. </a:t>
            </a:r>
          </a:p>
          <a:p>
            <a:pPr fontAlgn="base"/>
            <a:r>
              <a:rPr lang="en-GB" dirty="0"/>
              <a:t>W3schools.com. (2025). W3Schools.com. [online] Available at: https://www.w3schools.com/cssref/pr_background-image.php [Accessed 21 Nov. 2025]. </a:t>
            </a:r>
          </a:p>
          <a:p>
            <a:pPr fontAlgn="base"/>
            <a:r>
              <a:rPr lang="en-GB" dirty="0"/>
              <a:t>‌ Trust Jamin </a:t>
            </a:r>
            <a:r>
              <a:rPr lang="en-GB" dirty="0" err="1"/>
              <a:t>Okpukoro</a:t>
            </a:r>
            <a:r>
              <a:rPr lang="en-GB" dirty="0"/>
              <a:t> (2025). CSS background image: How to add and customize it — developer guide. [online] </a:t>
            </a:r>
            <a:r>
              <a:rPr lang="en-GB" dirty="0" err="1"/>
              <a:t>Uploadcare</a:t>
            </a:r>
            <a:r>
              <a:rPr lang="en-GB" dirty="0"/>
              <a:t> Inc. Available at: https://uploadcare.com/blog/css-background-image-how-to-add-it/ [Accessed 21 Nov. 2025]. </a:t>
            </a:r>
          </a:p>
          <a:p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CB1A8-13DD-83AA-0AEF-D4F7853C2E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 Questpdf.com. (2020). </a:t>
            </a:r>
            <a:r>
              <a:rPr lang="en-US" dirty="0" err="1"/>
              <a:t>QuestPDF</a:t>
            </a:r>
            <a:r>
              <a:rPr lang="en-US" dirty="0"/>
              <a:t> | C# PDF Generation Library. [online] Available at: https://www.questpdf.com/ [Accessed 21 Nov. 2025]. 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76747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778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PROG6212 POE</vt:lpstr>
      <vt:lpstr>What is this POE</vt:lpstr>
      <vt:lpstr>Newly added HR role</vt:lpstr>
      <vt:lpstr>Application Flow</vt:lpstr>
      <vt:lpstr>Application Flow</vt:lpstr>
      <vt:lpstr>Lecturer and Login</vt:lpstr>
      <vt:lpstr>Coordinator And Manager</vt:lpstr>
      <vt:lpstr>HR</vt:lpstr>
      <vt:lpstr>PowerPoint Presentation</vt:lpstr>
      <vt:lpstr>Design choices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Cuan O</dc:creator>
  <cp:lastModifiedBy>Cuan O</cp:lastModifiedBy>
  <cp:revision>2</cp:revision>
  <dcterms:created xsi:type="dcterms:W3CDTF">2025-11-21T15:22:38Z</dcterms:created>
  <dcterms:modified xsi:type="dcterms:W3CDTF">2025-11-21T16:09:09Z</dcterms:modified>
</cp:coreProperties>
</file>